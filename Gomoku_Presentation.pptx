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909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044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3041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88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359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206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549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279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74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87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643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489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3935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3092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6170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6977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7022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928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  <p:sldLayoutId id="214748379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物件導向程式設計專題</a:t>
            </a:r>
            <a:endParaRPr dirty="0"/>
          </a:p>
          <a:p>
            <a:r>
              <a:rPr dirty="0" err="1"/>
              <a:t>五子棋</a:t>
            </a:r>
            <a:r>
              <a:rPr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組別：第</a:t>
            </a:r>
            <a:r>
              <a:rPr dirty="0"/>
              <a:t> _</a:t>
            </a:r>
            <a:r>
              <a:rPr lang="en-US" dirty="0"/>
              <a:t>7</a:t>
            </a:r>
            <a:r>
              <a:rPr dirty="0"/>
              <a:t>__ 組</a:t>
            </a:r>
          </a:p>
          <a:p>
            <a:r>
              <a:rPr dirty="0" err="1"/>
              <a:t>成員</a:t>
            </a:r>
            <a:r>
              <a:rPr dirty="0"/>
              <a:t>：</a:t>
            </a:r>
          </a:p>
          <a:p>
            <a:r>
              <a:rPr dirty="0"/>
              <a:t>3B_B2225579_余士凱</a:t>
            </a:r>
          </a:p>
          <a:p>
            <a:r>
              <a:rPr dirty="0"/>
              <a:t>2A_B3230550_汪裕軒</a:t>
            </a:r>
            <a:endParaRPr lang="en-US" dirty="0"/>
          </a:p>
          <a:p>
            <a:r>
              <a:rPr lang="en-US" altLang="zh-TW" dirty="0"/>
              <a:t>3A_B3406097_</a:t>
            </a:r>
            <a:r>
              <a:rPr lang="zh-TW" altLang="zh-TW" dirty="0"/>
              <a:t>吳承翰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遊戲介紹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b="1" dirty="0"/>
                  <a:t>1. </a:t>
                </a:r>
                <a:r>
                  <a:rPr lang="zh-TW" altLang="en-US" b="1" dirty="0"/>
                  <a:t>基本設定</a:t>
                </a:r>
              </a:p>
              <a:p>
                <a:r>
                  <a:rPr lang="zh-TW" altLang="en-US" b="1" dirty="0"/>
                  <a:t>棋盤規格</a:t>
                </a:r>
                <a:r>
                  <a:rPr lang="zh-TW" altLang="en-US" dirty="0"/>
                  <a:t>：採用標準 </a:t>
                </a:r>
                <a14:m>
                  <m:oMath xmlns:m="http://schemas.openxmlformats.org/officeDocument/2006/math">
                    <m:r>
                      <a:rPr lang="en-US" altLang="zh-TW">
                        <a:latin typeface="Cambria Math" panose="02040503050406030204" pitchFamily="18" charset="0"/>
                      </a:rPr>
                      <m:t>15×15</m:t>
                    </m:r>
                  </m:oMath>
                </a14:m>
                <a:r>
                  <a:rPr lang="zh-TW" altLang="en-US" dirty="0"/>
                  <a:t> 二維網格（共 </a:t>
                </a:r>
                <a:r>
                  <a:rPr lang="en-US" altLang="zh-TW" dirty="0"/>
                  <a:t>225 </a:t>
                </a:r>
                <a:r>
                  <a:rPr lang="zh-TW" altLang="en-US" dirty="0"/>
                  <a:t>個落子點）。</a:t>
                </a:r>
              </a:p>
              <a:p>
                <a:r>
                  <a:rPr lang="zh-TW" altLang="en-US" b="1" dirty="0"/>
                  <a:t>對弈雙方</a:t>
                </a:r>
                <a:r>
                  <a:rPr lang="zh-TW" altLang="en-US" dirty="0"/>
                  <a:t>：分為黑子（玩家 </a:t>
                </a:r>
                <a:r>
                  <a:rPr lang="en-US" altLang="zh-TW" dirty="0"/>
                  <a:t>1</a:t>
                </a:r>
                <a:r>
                  <a:rPr lang="zh-TW" altLang="en-US" dirty="0"/>
                  <a:t>，以 </a:t>
                </a:r>
                <a:r>
                  <a:rPr lang="en-US" altLang="zh-TW" dirty="0"/>
                  <a:t>X</a:t>
                </a:r>
                <a:r>
                  <a:rPr lang="zh-TW" altLang="en-US" dirty="0"/>
                  <a:t> 表示）與白子（玩家 </a:t>
                </a:r>
                <a:r>
                  <a:rPr lang="en-US" altLang="zh-TW" dirty="0"/>
                  <a:t>2</a:t>
                </a:r>
                <a:r>
                  <a:rPr lang="zh-TW" altLang="en-US" dirty="0"/>
                  <a:t>，以 </a:t>
                </a:r>
                <a:r>
                  <a:rPr lang="en-US" altLang="zh-TW" dirty="0"/>
                  <a:t>O</a:t>
                </a:r>
                <a:r>
                  <a:rPr lang="zh-TW" altLang="en-US" dirty="0"/>
                  <a:t> 表示）。</a:t>
                </a:r>
              </a:p>
              <a:p>
                <a:r>
                  <a:rPr lang="zh-TW" altLang="en-US" b="1" dirty="0"/>
                  <a:t>先行權</a:t>
                </a:r>
                <a:r>
                  <a:rPr lang="zh-TW" altLang="en-US" dirty="0"/>
                  <a:t>：由黑子 </a:t>
                </a:r>
                <a:r>
                  <a:rPr lang="en-US" altLang="zh-TW" dirty="0"/>
                  <a:t>(Player X) </a:t>
                </a:r>
                <a:r>
                  <a:rPr lang="zh-TW" altLang="en-US" dirty="0"/>
                  <a:t>先行。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887" r="-1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遊戲介紹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TW" b="1" dirty="0"/>
                  <a:t>2. </a:t>
                </a:r>
                <a:r>
                  <a:rPr lang="zh-TW" altLang="en-US" b="1" dirty="0"/>
                  <a:t>落子判斷邏輯</a:t>
                </a:r>
              </a:p>
              <a:p>
                <a:r>
                  <a:rPr lang="zh-TW" altLang="en-US" dirty="0"/>
                  <a:t>為確保遊戲公平性，程式在玩家輸入座標後會進行以下自動化檢查：</a:t>
                </a:r>
              </a:p>
              <a:p>
                <a:r>
                  <a:rPr lang="zh-TW" altLang="en-US" b="1" dirty="0"/>
                  <a:t>界限檢查</a:t>
                </a:r>
                <a:r>
                  <a:rPr lang="zh-TW" altLang="en-US" dirty="0"/>
                  <a:t>：輸入座標必須在 </a:t>
                </a:r>
                <a14:m>
                  <m:oMath xmlns:m="http://schemas.openxmlformats.org/officeDocument/2006/math">
                    <m:r>
                      <a:rPr lang="en-US" altLang="zh-TW">
                        <a:latin typeface="Cambria Math" panose="02040503050406030204" pitchFamily="18" charset="0"/>
                      </a:rPr>
                      <m:t>0</m:t>
                    </m:r>
                    <m:r>
                      <a:rPr lang="zh-TW" altLang="en-US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lang="zh-TW" altLang="en-US" dirty="0"/>
                  <a:t> 之間。</a:t>
                </a:r>
              </a:p>
              <a:p>
                <a:r>
                  <a:rPr lang="zh-TW" altLang="en-US" b="1" dirty="0"/>
                  <a:t>重疊檢查</a:t>
                </a:r>
                <a:r>
                  <a:rPr lang="zh-TW" altLang="en-US" dirty="0"/>
                  <a:t>：落子點必須為空位（標示為 </a:t>
                </a:r>
                <a:r>
                  <a:rPr lang="en-US" altLang="zh-TW" dirty="0"/>
                  <a:t>.</a:t>
                </a:r>
                <a:r>
                  <a:rPr lang="zh-TW" altLang="en-US" dirty="0"/>
                  <a:t>），若該處已有棋子，系統將要求重新輸入。</a:t>
                </a:r>
              </a:p>
              <a:p>
                <a:r>
                  <a:rPr lang="zh-TW" altLang="en-US" b="1" dirty="0"/>
                  <a:t>防呆機制</a:t>
                </a:r>
                <a:r>
                  <a:rPr lang="zh-TW" altLang="en-US" dirty="0"/>
                  <a:t>：若輸入非整數（如英文字母），程式具備例外處理，避免系統閃退。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14" t="-3710" r="-90" b="-1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遊戲介紹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b="1" dirty="0"/>
              <a:t>3. </a:t>
            </a:r>
            <a:r>
              <a:rPr lang="zh-TW" altLang="en-US" b="1" dirty="0"/>
              <a:t>勝負判定與獲勝條件</a:t>
            </a:r>
          </a:p>
          <a:p>
            <a:r>
              <a:rPr lang="zh-TW" altLang="en-US" dirty="0"/>
              <a:t>本程式核心演算法採用「落子點軸向掃描法」。當玩家落子後，</a:t>
            </a:r>
            <a:r>
              <a:rPr lang="en-US" altLang="zh-TW" dirty="0" err="1"/>
              <a:t>GameManager</a:t>
            </a:r>
            <a:r>
              <a:rPr lang="zh-TW" altLang="en-US" dirty="0"/>
              <a:t> 會以該點為中心，即時掃描四條軸線：</a:t>
            </a:r>
          </a:p>
          <a:p>
            <a:r>
              <a:rPr lang="zh-TW" altLang="en-US" b="1" dirty="0"/>
              <a:t>軸線方向</a:t>
            </a:r>
            <a:r>
              <a:rPr lang="zh-TW" altLang="en-US" dirty="0"/>
              <a:t>：水平方向、垂直方向、右斜方向、左斜方向。</a:t>
            </a:r>
          </a:p>
          <a:p>
            <a:r>
              <a:rPr lang="zh-TW" altLang="en-US" b="1" dirty="0"/>
              <a:t>獲勝條件</a:t>
            </a:r>
            <a:r>
              <a:rPr lang="zh-TW" altLang="en-US" dirty="0"/>
              <a:t>：任一方向出現連續 </a:t>
            </a:r>
            <a:r>
              <a:rPr lang="en-US" altLang="zh-TW" dirty="0"/>
              <a:t>5 </a:t>
            </a:r>
            <a:r>
              <a:rPr lang="zh-TW" altLang="en-US" dirty="0"/>
              <a:t>顆（或以上）相同符號，系統立即宣告勝負。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遊戲介紹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4. </a:t>
            </a:r>
            <a:r>
              <a:rPr lang="zh-TW" altLang="en-US" b="1" dirty="0"/>
              <a:t>和局判定</a:t>
            </a:r>
          </a:p>
          <a:p>
            <a:r>
              <a:rPr lang="zh-TW" altLang="en-US" dirty="0"/>
              <a:t>若棋盤 </a:t>
            </a:r>
            <a:r>
              <a:rPr lang="en-US" altLang="zh-TW" dirty="0"/>
              <a:t>225 </a:t>
            </a:r>
            <a:r>
              <a:rPr lang="zh-TW" altLang="en-US" dirty="0"/>
              <a:t>個位置皆已填滿且無人達成連五子，系統將判定為和局並結束遊戲。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程式介紹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b="1" dirty="0"/>
              <a:t>1. </a:t>
            </a:r>
            <a:r>
              <a:rPr lang="zh-TW" altLang="en-US" b="1" dirty="0"/>
              <a:t>遊戲核心邏輯 </a:t>
            </a:r>
            <a:r>
              <a:rPr lang="en-US" altLang="zh-TW" b="1" dirty="0"/>
              <a:t>(OOP </a:t>
            </a:r>
            <a:r>
              <a:rPr lang="zh-TW" altLang="en-US" b="1" dirty="0"/>
              <a:t>權責分離</a:t>
            </a:r>
            <a:r>
              <a:rPr lang="en-US" altLang="zh-TW" b="1" dirty="0"/>
              <a:t>)</a:t>
            </a:r>
          </a:p>
          <a:p>
            <a:r>
              <a:rPr lang="zh-TW" altLang="en-US" dirty="0"/>
              <a:t>本專案嚴格落實封裝原則，將功能模組化為兩種類別：</a:t>
            </a:r>
          </a:p>
          <a:p>
            <a:r>
              <a:rPr lang="en-US" altLang="zh-TW" b="1" dirty="0"/>
              <a:t>Board </a:t>
            </a:r>
            <a:r>
              <a:rPr lang="zh-TW" altLang="en-US" b="1" dirty="0"/>
              <a:t>類別</a:t>
            </a:r>
            <a:r>
              <a:rPr lang="zh-TW" altLang="en-US" dirty="0"/>
              <a:t>：負責 </a:t>
            </a:r>
            <a:r>
              <a:rPr lang="zh-TW" altLang="en-US" b="1" dirty="0"/>
              <a:t>數據層 </a:t>
            </a:r>
            <a:r>
              <a:rPr lang="en-US" altLang="zh-TW" b="1" dirty="0"/>
              <a:t>(Data Layer)</a:t>
            </a:r>
            <a:r>
              <a:rPr lang="zh-TW" altLang="en-US" dirty="0"/>
              <a:t>。封裝二維陣列，維護棋格狀態並負責畫面渲染。</a:t>
            </a:r>
          </a:p>
          <a:p>
            <a:r>
              <a:rPr lang="en-US" altLang="zh-TW" b="1" dirty="0" err="1"/>
              <a:t>GameManager</a:t>
            </a:r>
            <a:r>
              <a:rPr lang="en-US" altLang="zh-TW" b="1" dirty="0"/>
              <a:t> </a:t>
            </a:r>
            <a:r>
              <a:rPr lang="zh-TW" altLang="en-US" b="1" dirty="0"/>
              <a:t>類別</a:t>
            </a:r>
            <a:r>
              <a:rPr lang="zh-TW" altLang="en-US" dirty="0"/>
              <a:t>：負責 </a:t>
            </a:r>
            <a:r>
              <a:rPr lang="zh-TW" altLang="en-US" b="1" dirty="0"/>
              <a:t>邏輯層 </a:t>
            </a:r>
            <a:r>
              <a:rPr lang="en-US" altLang="zh-TW" b="1" dirty="0"/>
              <a:t>(Control Layer)</a:t>
            </a:r>
            <a:r>
              <a:rPr lang="zh-TW" altLang="en-US" dirty="0"/>
              <a:t>。控制回合切換、處理玩家輸入、執行勝負判定演算法。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程式</a:t>
            </a:r>
            <a:r>
              <a:rPr lang="zh-TW" altLang="en-US" dirty="0"/>
              <a:t>介紹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b="1" dirty="0"/>
              <a:t>2. UML </a:t>
            </a:r>
            <a:r>
              <a:rPr lang="zh-TW" altLang="en-US" b="1" dirty="0"/>
              <a:t>類別圖概念</a:t>
            </a:r>
          </a:p>
          <a:p>
            <a:r>
              <a:rPr lang="en-US" altLang="zh-TW" b="1" dirty="0"/>
              <a:t>Board</a:t>
            </a:r>
            <a:endParaRPr lang="en-US" altLang="zh-TW" dirty="0"/>
          </a:p>
          <a:p>
            <a:pPr lvl="1"/>
            <a:r>
              <a:rPr lang="en-US" altLang="zh-TW" dirty="0"/>
              <a:t>- grid[15][15]: char (</a:t>
            </a:r>
            <a:r>
              <a:rPr lang="zh-TW" altLang="en-US" dirty="0"/>
              <a:t>封裝成員變數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+ display(): void (</a:t>
            </a:r>
            <a:r>
              <a:rPr lang="zh-TW" altLang="en-US" dirty="0"/>
              <a:t>顯示棋盤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+ update(r, c, p): bool (</a:t>
            </a:r>
            <a:r>
              <a:rPr lang="zh-TW" altLang="en-US" dirty="0"/>
              <a:t>更新落子狀態</a:t>
            </a:r>
            <a:r>
              <a:rPr lang="en-US" altLang="zh-TW" dirty="0"/>
              <a:t>)</a:t>
            </a:r>
          </a:p>
          <a:p>
            <a:r>
              <a:rPr lang="en-US" altLang="zh-TW" b="1" dirty="0" err="1"/>
              <a:t>GameManager</a:t>
            </a:r>
            <a:endParaRPr lang="en-US" altLang="zh-TW" dirty="0"/>
          </a:p>
          <a:p>
            <a:pPr lvl="1"/>
            <a:r>
              <a:rPr lang="en-US" altLang="zh-TW" dirty="0"/>
              <a:t>- board: Board (</a:t>
            </a:r>
            <a:r>
              <a:rPr lang="zh-TW" altLang="en-US" dirty="0"/>
              <a:t>類別組合關係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+ run(): void (</a:t>
            </a:r>
            <a:r>
              <a:rPr lang="zh-TW" altLang="en-US" dirty="0"/>
              <a:t>啟動遊戲主循環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- </a:t>
            </a:r>
            <a:r>
              <a:rPr lang="en-US" altLang="zh-TW" dirty="0" err="1"/>
              <a:t>checkWin</a:t>
            </a:r>
            <a:r>
              <a:rPr lang="en-US" altLang="zh-TW" dirty="0"/>
              <a:t>(r, c): bool (</a:t>
            </a:r>
            <a:r>
              <a:rPr lang="zh-TW" altLang="en-US" dirty="0"/>
              <a:t>私有判定演算法</a:t>
            </a:r>
            <a:r>
              <a:rPr lang="en-US" altLang="zh-TW" dirty="0"/>
              <a:t>)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687E2B8-3C83-E467-8E59-C7D948D1A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222" y="2490135"/>
            <a:ext cx="1584259" cy="35616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C2E7EC-ED66-3160-1572-AB8A4249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程式運作流程圖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069042C1-1CDA-147F-E860-A42454AEEC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0308" y="2490788"/>
            <a:ext cx="6651322" cy="3444875"/>
          </a:xfrm>
        </p:spPr>
      </p:pic>
    </p:spTree>
    <p:extLst>
      <p:ext uri="{BB962C8B-B14F-4D97-AF65-F5344CB8AC3E}">
        <p14:creationId xmlns:p14="http://schemas.microsoft.com/office/powerpoint/2010/main" val="1234708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程式介紹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b="1" dirty="0"/>
              <a:t>3. </a:t>
            </a:r>
            <a:r>
              <a:rPr lang="zh-TW" altLang="en-US" b="1" dirty="0"/>
              <a:t>操作說明</a:t>
            </a:r>
          </a:p>
          <a:p>
            <a:r>
              <a:rPr lang="zh-TW" altLang="en-US" b="1" dirty="0"/>
              <a:t>啟動</a:t>
            </a:r>
            <a:r>
              <a:rPr lang="zh-TW" altLang="en-US" dirty="0"/>
              <a:t>：執行 </a:t>
            </a:r>
            <a:r>
              <a:rPr lang="en-US" altLang="zh-TW" dirty="0"/>
              <a:t>.exe</a:t>
            </a:r>
            <a:r>
              <a:rPr lang="zh-TW" altLang="en-US" dirty="0"/>
              <a:t> 檔後，畫面顯示 </a:t>
            </a:r>
            <a:r>
              <a:rPr lang="en-US" altLang="zh-TW" dirty="0"/>
              <a:t>15x15 </a:t>
            </a:r>
            <a:r>
              <a:rPr lang="zh-TW" altLang="en-US" dirty="0"/>
              <a:t>網格。</a:t>
            </a:r>
          </a:p>
          <a:p>
            <a:r>
              <a:rPr lang="zh-TW" altLang="en-US" b="1" dirty="0"/>
              <a:t>輸入</a:t>
            </a:r>
            <a:r>
              <a:rPr lang="zh-TW" altLang="en-US" dirty="0"/>
              <a:t>：輸入「行 橫」座標（例如 </a:t>
            </a:r>
            <a:r>
              <a:rPr lang="en-US" altLang="zh-TW" dirty="0"/>
              <a:t>7 5</a:t>
            </a:r>
            <a:r>
              <a:rPr lang="zh-TW" altLang="en-US" dirty="0"/>
              <a:t> 代表第 </a:t>
            </a:r>
            <a:r>
              <a:rPr lang="en-US" altLang="zh-TW" dirty="0"/>
              <a:t>7 </a:t>
            </a:r>
            <a:r>
              <a:rPr lang="zh-TW" altLang="en-US" dirty="0"/>
              <a:t>行第 </a:t>
            </a:r>
            <a:r>
              <a:rPr lang="en-US" altLang="zh-TW" dirty="0"/>
              <a:t>5 </a:t>
            </a:r>
            <a:r>
              <a:rPr lang="zh-TW" altLang="en-US" dirty="0"/>
              <a:t>列）。</a:t>
            </a:r>
          </a:p>
          <a:p>
            <a:r>
              <a:rPr lang="zh-TW" altLang="en-US" b="1" dirty="0"/>
              <a:t>結果</a:t>
            </a:r>
            <a:r>
              <a:rPr lang="zh-TW" altLang="en-US" dirty="0"/>
              <a:t>：達成五連子後，系統自動宣佈贏家並終止程式。</a:t>
            </a:r>
          </a:p>
          <a:p>
            <a:br>
              <a:rPr lang="zh-TW" altLang="en-US" dirty="0"/>
            </a:b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zh-TW" altLang="en-US" b="1" dirty="0"/>
            </a:br>
            <a:r>
              <a:rPr lang="zh-TW" altLang="en-US" b="1" dirty="0"/>
              <a:t>程式如何安裝執行</a:t>
            </a:r>
            <a:br>
              <a:rPr lang="zh-TW" altLang="en-U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b="1" dirty="0"/>
              <a:t>三</a:t>
            </a:r>
            <a:r>
              <a:rPr lang="en-US" altLang="zh-TW" b="1" dirty="0"/>
              <a:t>. </a:t>
            </a:r>
            <a:r>
              <a:rPr lang="zh-TW" altLang="en-US" b="1" dirty="0"/>
              <a:t>程式如何安裝執行</a:t>
            </a:r>
          </a:p>
          <a:p>
            <a:r>
              <a:rPr lang="zh-TW" altLang="en-US" b="1" dirty="0"/>
              <a:t>環境準備</a:t>
            </a:r>
            <a:r>
              <a:rPr lang="zh-TW" altLang="en-US" dirty="0"/>
              <a:t>：電腦需安裝 </a:t>
            </a:r>
            <a:r>
              <a:rPr lang="en-US" altLang="zh-TW" b="1" dirty="0"/>
              <a:t>Visual Studio 2022</a:t>
            </a:r>
            <a:r>
              <a:rPr lang="zh-TW" altLang="en-US" dirty="0"/>
              <a:t> </a:t>
            </a:r>
            <a:r>
              <a:rPr lang="en-US" altLang="zh-TW" dirty="0"/>
              <a:t>(</a:t>
            </a:r>
            <a:r>
              <a:rPr lang="zh-TW" altLang="en-US" dirty="0"/>
              <a:t>含 </a:t>
            </a:r>
            <a:r>
              <a:rPr lang="en-US" altLang="zh-TW" dirty="0"/>
              <a:t>C++ </a:t>
            </a:r>
            <a:r>
              <a:rPr lang="zh-TW" altLang="en-US" dirty="0"/>
              <a:t>桌面開發組件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  <a:p>
            <a:r>
              <a:rPr lang="zh-TW" altLang="en-US" b="1" dirty="0"/>
              <a:t>匯入原始碼</a:t>
            </a:r>
            <a:r>
              <a:rPr lang="zh-TW" altLang="en-US" dirty="0"/>
              <a:t>：將 </a:t>
            </a:r>
            <a:r>
              <a:rPr lang="en-US" altLang="zh-TW" dirty="0" err="1"/>
              <a:t>Board.h</a:t>
            </a:r>
            <a:r>
              <a:rPr lang="en-US" altLang="zh-TW" dirty="0"/>
              <a:t>, Board.cpp, </a:t>
            </a:r>
            <a:r>
              <a:rPr lang="en-US" altLang="zh-TW" dirty="0" err="1"/>
              <a:t>GameManager.h</a:t>
            </a:r>
            <a:r>
              <a:rPr lang="en-US" altLang="zh-TW" dirty="0"/>
              <a:t>, GameManager.cpp, main.cpp</a:t>
            </a:r>
            <a:r>
              <a:rPr lang="zh-TW" altLang="en-US" dirty="0"/>
              <a:t> 加入專案。</a:t>
            </a:r>
          </a:p>
          <a:p>
            <a:r>
              <a:rPr lang="zh-TW" altLang="en-US" b="1" dirty="0"/>
              <a:t>編譯程式</a:t>
            </a:r>
            <a:r>
              <a:rPr lang="zh-TW" altLang="en-US" dirty="0"/>
              <a:t>：點選上方選單 </a:t>
            </a:r>
            <a:r>
              <a:rPr lang="zh-TW" altLang="en-US" b="1" dirty="0"/>
              <a:t>「建置 </a:t>
            </a:r>
            <a:r>
              <a:rPr lang="en-US" altLang="zh-TW" b="1" dirty="0"/>
              <a:t>(B)</a:t>
            </a:r>
            <a:r>
              <a:rPr lang="zh-TW" altLang="en-US" b="1" dirty="0"/>
              <a:t>」</a:t>
            </a:r>
            <a:r>
              <a:rPr lang="zh-TW" altLang="en-US" dirty="0"/>
              <a:t> </a:t>
            </a:r>
            <a:r>
              <a:rPr lang="en-US" altLang="zh-TW" dirty="0"/>
              <a:t>-&gt; </a:t>
            </a:r>
            <a:r>
              <a:rPr lang="zh-TW" altLang="en-US" b="1" dirty="0"/>
              <a:t>「建置方案」</a:t>
            </a:r>
            <a:r>
              <a:rPr lang="zh-TW" altLang="en-US" dirty="0"/>
              <a:t>。</a:t>
            </a:r>
          </a:p>
          <a:p>
            <a:r>
              <a:rPr lang="zh-TW" altLang="en-US" b="1" dirty="0"/>
              <a:t>啟動遊戲</a:t>
            </a:r>
            <a:r>
              <a:rPr lang="zh-TW" altLang="en-US" dirty="0"/>
              <a:t>：點選 </a:t>
            </a:r>
            <a:r>
              <a:rPr lang="zh-TW" altLang="en-US" b="1" dirty="0"/>
              <a:t>「在地 </a:t>
            </a:r>
            <a:r>
              <a:rPr lang="en-US" altLang="zh-TW" b="1" dirty="0"/>
              <a:t>Windows </a:t>
            </a:r>
            <a:r>
              <a:rPr lang="zh-TW" altLang="en-US" b="1" dirty="0"/>
              <a:t>偵錯工具」</a:t>
            </a:r>
            <a:r>
              <a:rPr lang="zh-TW" altLang="en-US" dirty="0"/>
              <a:t> </a:t>
            </a:r>
            <a:r>
              <a:rPr lang="en-US" altLang="zh-TW" dirty="0"/>
              <a:t>(</a:t>
            </a:r>
            <a:r>
              <a:rPr lang="zh-TW" altLang="en-US" dirty="0"/>
              <a:t>綠色箭頭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633" y="372625"/>
            <a:ext cx="6798734" cy="1303867"/>
          </a:xfrm>
        </p:spPr>
        <p:txBody>
          <a:bodyPr/>
          <a:lstStyle/>
          <a:p>
            <a:r>
              <a:rPr lang="zh-TW" altLang="en-US" b="1" dirty="0"/>
              <a:t>四</a:t>
            </a:r>
            <a:r>
              <a:rPr lang="en-US" altLang="zh-TW" b="1" dirty="0"/>
              <a:t>. </a:t>
            </a:r>
            <a:r>
              <a:rPr lang="zh-TW" altLang="en-US" b="1" dirty="0"/>
              <a:t>程式畫面截圖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4DD5A77-4D48-7872-34C7-66CBD64266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0541" y="2490788"/>
            <a:ext cx="5330856" cy="344487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4B234CD3-7300-9E93-4914-C7B4F88DE515}"/>
              </a:ext>
            </a:extLst>
          </p:cNvPr>
          <p:cNvSpPr txBox="1"/>
          <p:nvPr/>
        </p:nvSpPr>
        <p:spPr>
          <a:xfrm>
            <a:off x="1172633" y="1676492"/>
            <a:ext cx="4458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/>
              <a:t>遊戲初始畫面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381" y="501067"/>
            <a:ext cx="8229600" cy="1143000"/>
          </a:xfrm>
        </p:spPr>
        <p:txBody>
          <a:bodyPr/>
          <a:lstStyle/>
          <a:p>
            <a:r>
              <a:rPr lang="zh-TW" altLang="en-US" b="1" dirty="0"/>
              <a:t>四</a:t>
            </a:r>
            <a:r>
              <a:rPr lang="en-US" altLang="zh-TW" b="1" dirty="0"/>
              <a:t>. </a:t>
            </a:r>
            <a:r>
              <a:rPr lang="zh-TW" altLang="en-US" b="1" dirty="0"/>
              <a:t>程式畫面截圖</a:t>
            </a:r>
            <a:endParaRPr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A3400B48-8AAB-1FF2-C2AC-950DFDC67B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7051" y="2490788"/>
            <a:ext cx="5177836" cy="3444875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D6DAA5C-77A3-6F0E-0EB2-D57961626633}"/>
              </a:ext>
            </a:extLst>
          </p:cNvPr>
          <p:cNvSpPr txBox="1"/>
          <p:nvPr/>
        </p:nvSpPr>
        <p:spPr>
          <a:xfrm>
            <a:off x="668594" y="1386348"/>
            <a:ext cx="55355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000" dirty="0"/>
              <a:t>遊戲勝利畫面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分工資訊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余士凱</a:t>
            </a:r>
            <a:r>
              <a:rPr dirty="0"/>
              <a:t>：</a:t>
            </a:r>
            <a:r>
              <a:rPr lang="zh-TW" altLang="en-US" dirty="0"/>
              <a:t>撰寫程式、做</a:t>
            </a:r>
            <a:r>
              <a:rPr lang="en-US" altLang="zh-TW" dirty="0"/>
              <a:t>UML</a:t>
            </a:r>
            <a:r>
              <a:rPr lang="zh-TW" altLang="en-US" dirty="0"/>
              <a:t>、報告</a:t>
            </a:r>
            <a:endParaRPr dirty="0"/>
          </a:p>
          <a:p>
            <a:r>
              <a:rPr dirty="0" err="1"/>
              <a:t>汪裕軒</a:t>
            </a:r>
            <a:r>
              <a:rPr dirty="0"/>
              <a:t>：</a:t>
            </a:r>
            <a:r>
              <a:rPr lang="zh-TW" altLang="en-US" dirty="0"/>
              <a:t>做</a:t>
            </a:r>
            <a:r>
              <a:rPr lang="en-US" altLang="zh-TW" dirty="0"/>
              <a:t>PPT</a:t>
            </a:r>
            <a:r>
              <a:rPr lang="zh-TW" altLang="en-US" dirty="0"/>
              <a:t>、報告</a:t>
            </a:r>
            <a:endParaRPr lang="en-US" altLang="zh-TW" dirty="0"/>
          </a:p>
          <a:p>
            <a:r>
              <a:rPr lang="zh-TW" altLang="zh-TW" dirty="0"/>
              <a:t>吳承翰</a:t>
            </a:r>
            <a:r>
              <a:rPr lang="en-US" altLang="zh-TW" dirty="0"/>
              <a:t>:</a:t>
            </a:r>
            <a:r>
              <a:rPr lang="zh-TW" altLang="en-US" dirty="0"/>
              <a:t>報告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有機">
  <a:themeElements>
    <a:clrScheme name="有機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有機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有機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23</TotalTime>
  <Words>633</Words>
  <Application>Microsoft Office PowerPoint</Application>
  <PresentationFormat>如螢幕大小 (4:3)</PresentationFormat>
  <Paragraphs>62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7" baseType="lpstr">
      <vt:lpstr>Arial</vt:lpstr>
      <vt:lpstr>Cambria Math</vt:lpstr>
      <vt:lpstr>Garamond</vt:lpstr>
      <vt:lpstr>有機</vt:lpstr>
      <vt:lpstr>物件導向程式設計專題 五子棋 </vt:lpstr>
      <vt:lpstr>遊戲介紹</vt:lpstr>
      <vt:lpstr>遊戲介紹</vt:lpstr>
      <vt:lpstr>遊戲介紹</vt:lpstr>
      <vt:lpstr>遊戲介紹</vt:lpstr>
      <vt:lpstr>程式介紹</vt:lpstr>
      <vt:lpstr>程式介紹</vt:lpstr>
      <vt:lpstr>程式運作流程圖</vt:lpstr>
      <vt:lpstr>程式介紹</vt:lpstr>
      <vt:lpstr> 程式如何安裝執行 </vt:lpstr>
      <vt:lpstr>四. 程式畫面截圖</vt:lpstr>
      <vt:lpstr>四. 程式畫面截圖</vt:lpstr>
      <vt:lpstr>分工資訊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士凱 余</cp:lastModifiedBy>
  <cp:revision>10</cp:revision>
  <dcterms:created xsi:type="dcterms:W3CDTF">2013-01-27T09:14:16Z</dcterms:created>
  <dcterms:modified xsi:type="dcterms:W3CDTF">2026-06-10T17:06:44Z</dcterms:modified>
  <cp:category/>
</cp:coreProperties>
</file>